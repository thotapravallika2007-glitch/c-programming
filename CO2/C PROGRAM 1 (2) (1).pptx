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72" r:id="rId4"/>
    <p:sldId id="261" r:id="rId5"/>
    <p:sldId id="262" r:id="rId6"/>
    <p:sldId id="271" r:id="rId7"/>
    <p:sldId id="263" r:id="rId8"/>
    <p:sldId id="265" r:id="rId9"/>
    <p:sldId id="273" r:id="rId10"/>
    <p:sldId id="269" r:id="rId11"/>
    <p:sldId id="270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  <a:t>7/31/2026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Text Placeholder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1B2AA4F-B828-4D7C-AFD3-893933DAFC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15786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EBD65B-85EC-4F87-8915-57500E12AFE0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9D8CE95-D927-4DF7-ABD8-A6BA43098EAD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41897" y="1584960"/>
            <a:ext cx="9144000" cy="2778443"/>
          </a:xfrm>
        </p:spPr>
        <p:txBody>
          <a:bodyPr>
            <a:normAutofit fontScale="90000"/>
          </a:bodyPr>
          <a:lstStyle/>
          <a:p>
            <a: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Medical Inventory and Equipment Management System</a:t>
            </a:r>
            <a:br>
              <a:rPr lang="en-US" alt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CSA0206 - C-programming</a:t>
            </a:r>
            <a:b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altLang="en-US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2755" y="4469257"/>
            <a:ext cx="11178283" cy="2007455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en-US" alt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pPr algn="just"/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V. </a:t>
            </a:r>
            <a:r>
              <a:rPr lang="en-US" alt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Karpagam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Presented By :</a:t>
            </a:r>
          </a:p>
          <a:p>
            <a:pPr algn="just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           Jerlin J (192312313)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T.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Pravallika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(192525189)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                                                      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P. </a:t>
            </a:r>
            <a:r>
              <a:rPr lang="en-US" alt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Geethanjali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(19</a:t>
            </a:r>
            <a:r>
              <a:rPr lang="en-US" alt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2412372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95" y="0"/>
            <a:ext cx="12156205" cy="127399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6304" y="15687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95901" y="3542028"/>
            <a:ext cx="7839182" cy="78359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just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Ø"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85"/>
            <a:ext cx="1315092" cy="1256780"/>
          </a:xfrm>
          <a:prstGeom prst="rect">
            <a:avLst/>
          </a:prstGeom>
        </p:spPr>
      </p:pic>
      <p:pic>
        <p:nvPicPr>
          <p:cNvPr id="6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115" y="22225"/>
            <a:ext cx="1202690" cy="1257040"/>
          </a:xfrm>
          <a:prstGeom prst="rect">
            <a:avLst/>
          </a:prstGeom>
        </p:spPr>
      </p:pic>
      <p:sp>
        <p:nvSpPr>
          <p:cNvPr id="7" name="AutoShape 3" descr="System architecture for personalized food recommendations"/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endParaRPr lang="en-IN"/>
          </a:p>
        </p:txBody>
      </p:sp>
      <p:sp>
        <p:nvSpPr>
          <p:cNvPr id="3" name="Text Box 2"/>
          <p:cNvSpPr txBox="1"/>
          <p:nvPr/>
        </p:nvSpPr>
        <p:spPr>
          <a:xfrm>
            <a:off x="838200" y="1279265"/>
            <a:ext cx="10604500" cy="3874135"/>
          </a:xfrm>
          <a:prstGeom prst="rect">
            <a:avLst/>
          </a:prstGeom>
        </p:spPr>
        <p:txBody>
          <a:bodyPr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Tracks medicines, stock levels, expiry dates, and medical equipment in a centralized system.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real-time inventory updates to maintain accurate stock records.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alerts for low stock and medicines nearing expiry to prevent shortages and wastage.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Monitors the availability and maintenance of medical equipment for efficient healthcare operations.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errors, improves inventory management, and enhances patient care through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8520" y="22225"/>
            <a:ext cx="10515600" cy="1325563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 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4664169"/>
              </p:ext>
            </p:extLst>
          </p:nvPr>
        </p:nvGraphicFramePr>
        <p:xfrm>
          <a:off x="172720" y="1272671"/>
          <a:ext cx="11887200" cy="565965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465697323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3405545318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3722023824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4234715615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1900472307"/>
                    </a:ext>
                  </a:extLst>
                </a:gridCol>
              </a:tblGrid>
              <a:tr h="649457"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Authors&amp;Year</a:t>
                      </a:r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Method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Finding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140202"/>
                  </a:ext>
                </a:extLst>
              </a:tr>
              <a:tr h="116625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Smart Hospital Inventory System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Multi-Agent Reinforcement Learning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medicine availability and reduced inventory costs.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 medical equipment tracking.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4513418"/>
                  </a:ext>
                </a:extLst>
              </a:tr>
              <a:tr h="1078275">
                <a:tc>
                  <a:txBody>
                    <a:bodyPr/>
                    <a:lstStyle/>
                    <a:p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Walczyk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(2024)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Automated Drug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Inventory model comparison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Reduced expired medicines and improved stock control.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Focused only on medicine cabinets.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86199123"/>
                  </a:ext>
                </a:extLst>
              </a:tr>
              <a:tr h="89711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Bekele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Essential Medicine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Cross-sectional study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Improved stock management and reduced stock-outs.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Did not include equipment management.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22669380"/>
                  </a:ext>
                </a:extLst>
              </a:tr>
              <a:tr h="89711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Abu </a:t>
                      </a:r>
                      <a:r>
                        <a:rPr lang="en-US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Zwaida</a:t>
                      </a:r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et al. (2025)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AI-Based Drug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Deep Reinforcement Learning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Optimized medicine stock and minimized shortages.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Expiry monitoring and equipment tracking were not included.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9240144"/>
                  </a:ext>
                </a:extLst>
              </a:tr>
              <a:tr h="897116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MDPI Review (2026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in Healthcare Inventory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Systematic Literature Review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AI improved demand forecasting and inventory efficiency.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Lacks a fully integrated system for medicines and equipment.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6400294"/>
                  </a:ext>
                </a:extLst>
              </a:tr>
            </a:tbl>
          </a:graphicData>
        </a:graphic>
      </p:graphicFrame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85"/>
            <a:ext cx="1315092" cy="1156074"/>
          </a:xfrm>
          <a:prstGeom prst="rect">
            <a:avLst/>
          </a:prstGeom>
        </p:spPr>
      </p:pic>
      <p:pic>
        <p:nvPicPr>
          <p:cNvPr id="6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53115" y="22224"/>
            <a:ext cx="1202690" cy="1156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09376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38200" y="1770112"/>
            <a:ext cx="10031858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marR="0" lvl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Manual inventory management leads to inaccurate records and frequent human errors.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Expired medicines may remain in stock due to the lack of proper expiry tracking.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Medicine shortages or overstocking occur because stock levels are not monitored effectively.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Medical equipment is difficult to track, resulting in misplacement, unavailability, or delayed maintenance.</a:t>
            </a:r>
          </a:p>
          <a:p>
            <a:pPr marR="0" lvl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Lack of real-time monitoring reduces operational efficiency and can affect the quality of patient care.</a:t>
            </a:r>
          </a:p>
        </p:txBody>
      </p:sp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84"/>
            <a:ext cx="1315092" cy="1105275"/>
          </a:xfrm>
          <a:prstGeom prst="rect">
            <a:avLst/>
          </a:prstGeom>
        </p:spPr>
      </p:pic>
      <p:pic>
        <p:nvPicPr>
          <p:cNvPr id="6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13465" y="22483"/>
            <a:ext cx="978535" cy="11052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" y="651191"/>
            <a:ext cx="10515600" cy="315912"/>
          </a:xfrm>
        </p:spPr>
        <p:txBody>
          <a:bodyPr>
            <a:normAutofit fontScale="90000"/>
          </a:bodyPr>
          <a:lstStyle/>
          <a:p>
            <a:pPr algn="ctr"/>
            <a:r>
              <a:rPr lang="en-IN" dirty="0"/>
              <a:t/>
            </a:r>
            <a:br>
              <a:rPr lang="en-IN" dirty="0"/>
            </a:br>
            <a:r>
              <a:rPr lang="en-US" altLang="en-IN" dirty="0"/>
              <a:t>     </a:t>
            </a:r>
            <a:r>
              <a:rPr lang="en-US" altLang="en-IN" sz="4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85"/>
            <a:ext cx="1315092" cy="1257674"/>
          </a:xfrm>
          <a:prstGeom prst="rect">
            <a:avLst/>
          </a:prstGeom>
        </p:spPr>
      </p:pic>
      <p:pic>
        <p:nvPicPr>
          <p:cNvPr id="5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5180" y="22224"/>
            <a:ext cx="1190625" cy="1257935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896745"/>
            <a:ext cx="10515600" cy="435133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develop a centralized system for managing medicines and medical equipment.</a:t>
            </a:r>
          </a:p>
          <a:p>
            <a:pPr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medicine stock levels in real time and maintain accurate inventory records.</a:t>
            </a:r>
          </a:p>
          <a:p>
            <a:pPr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track medicine expiry dates and generate alerts to reduce wastage.</a:t>
            </a:r>
          </a:p>
          <a:p>
            <a:pPr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monitor the availability and maintenance status of medical equipment.</a:t>
            </a:r>
          </a:p>
          <a:p>
            <a:pPr>
              <a:lnSpc>
                <a:spcPct val="150000"/>
              </a:lnSpc>
            </a:pPr>
            <a:r>
              <a:rPr lang="en-US" alt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improve inventory management by reducing manual errors and ensuring timely availability of medicines and equipmen</a:t>
            </a:r>
            <a:r>
              <a:rPr lang="en-US" altLang="en-US" sz="2600" dirty="0"/>
              <a:t>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System Architechture: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" name="Picture 3" descr="ChatGPT Image Jul 22, 2026, 09_33_53 PM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485" y="589280"/>
            <a:ext cx="10680065" cy="6268720"/>
          </a:xfrm>
          <a:prstGeom prst="rect">
            <a:avLst/>
          </a:prstGeom>
        </p:spPr>
      </p:pic>
      <p:pic>
        <p:nvPicPr>
          <p:cNvPr id="6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5"/>
            <a:ext cx="1315092" cy="900112"/>
          </a:xfrm>
          <a:prstGeom prst="rect">
            <a:avLst/>
          </a:prstGeom>
        </p:spPr>
      </p:pic>
      <p:pic>
        <p:nvPicPr>
          <p:cNvPr id="7" name="object 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05185" y="22225"/>
            <a:ext cx="1150620" cy="14357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63040" y="587376"/>
            <a:ext cx="10439400" cy="900112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Module-1: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Requirement Analysis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42925" y="1501776"/>
            <a:ext cx="10820400" cy="4821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Collect user requirements from hospitals, pharmacies, and administrators.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Analyze the existing inventory system to identify current problems and limitations.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Define system requirements for medicine, stock, expiry, and equipment tracking.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Identify hardware and software requirements needed for system development.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Prepare the Software Requirements Specification (SRS) to guide the design and implementation of the system.</a:t>
            </a:r>
          </a:p>
        </p:txBody>
      </p:sp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85"/>
            <a:ext cx="1315092" cy="1125594"/>
          </a:xfrm>
          <a:prstGeom prst="rect">
            <a:avLst/>
          </a:prstGeom>
        </p:spPr>
      </p:pic>
      <p:pic>
        <p:nvPicPr>
          <p:cNvPr id="6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211560" y="22224"/>
            <a:ext cx="944245" cy="112585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340" y="487622"/>
            <a:ext cx="10521593" cy="988395"/>
          </a:xfrm>
        </p:spPr>
        <p:txBody>
          <a:bodyPr>
            <a:norm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Module-2</a:t>
            </a:r>
            <a:r>
              <a:rPr lang="en-US" alt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alt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and display Module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802711" y="1401762"/>
            <a:ext cx="10674849" cy="48936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Process medicine and medical equipment data entered by the user.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Update stock levels automatically when items are added or issued.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Monitor expiry dates and identify near-expiry or expired medicines.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Display real-time inventory status through a user-friendly dashboard.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Generate alerts and notifications for low stock, expiry, and equipment maintenance.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Produce reports for medicines, stock availability, expiry status, and medical equipment.</a:t>
            </a:r>
          </a:p>
        </p:txBody>
      </p:sp>
      <p:pic>
        <p:nvPicPr>
          <p:cNvPr id="7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315092" cy="1178560"/>
          </a:xfrm>
          <a:prstGeom prst="rect">
            <a:avLst/>
          </a:prstGeom>
        </p:spPr>
      </p:pic>
      <p:pic>
        <p:nvPicPr>
          <p:cNvPr id="8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5180" y="22224"/>
            <a:ext cx="1190625" cy="115633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E09069-A099-40BE-0803-42B280BA06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97955" y="321233"/>
            <a:ext cx="9173262" cy="1325563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Module-3: Inventory Monitoring and Report Generation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E8D8F4-12A7-F215-F0F5-04CFFB5702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lvl="0"/>
            <a:r>
              <a:rPr lang="en-IN" dirty="0"/>
              <a:t>Monitor medicine stock levels continuously to ensure adequate availability. </a:t>
            </a:r>
          </a:p>
          <a:p>
            <a:pPr lvl="0"/>
            <a:r>
              <a:rPr lang="en-IN" dirty="0"/>
              <a:t>Identify low-stock, out-of-stock, and expired medicines for timely action. </a:t>
            </a:r>
          </a:p>
          <a:p>
            <a:pPr lvl="0"/>
            <a:r>
              <a:rPr lang="en-IN" dirty="0"/>
              <a:t>Track the availability, usage, and maintenance schedule of medical equipment. </a:t>
            </a:r>
          </a:p>
          <a:p>
            <a:pPr lvl="0"/>
            <a:r>
              <a:rPr lang="en-IN" dirty="0"/>
              <a:t>Generate inventory reports, stock summaries, and equipment status reports. </a:t>
            </a:r>
          </a:p>
          <a:p>
            <a:pPr lvl="0"/>
            <a:r>
              <a:rPr lang="en-IN" dirty="0"/>
              <a:t>Provide alerts for medicine restocking, expiry dates, and equipment servicing. </a:t>
            </a:r>
          </a:p>
          <a:p>
            <a:pPr lvl="0"/>
            <a:r>
              <a:rPr lang="en-IN" dirty="0"/>
              <a:t>Maintain accurate inventory records to support efficient hospital and pharmacy management.</a:t>
            </a:r>
          </a:p>
          <a:p>
            <a:endParaRPr lang="en-IN" dirty="0"/>
          </a:p>
        </p:txBody>
      </p:sp>
      <p:pic>
        <p:nvPicPr>
          <p:cNvPr id="5" name="object 4">
            <a:extLst>
              <a:ext uri="{FF2B5EF4-FFF2-40B4-BE49-F238E27FC236}">
                <a16:creationId xmlns:a16="http://schemas.microsoft.com/office/drawing/2014/main" id="{83F359DA-EE8A-3D3A-6AFF-998331E74283}"/>
              </a:ext>
            </a:extLst>
          </p:cNvPr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22484"/>
            <a:ext cx="1315092" cy="1064635"/>
          </a:xfrm>
          <a:prstGeom prst="rect">
            <a:avLst/>
          </a:prstGeom>
        </p:spPr>
      </p:pic>
      <p:pic>
        <p:nvPicPr>
          <p:cNvPr id="7" name="object 3">
            <a:extLst>
              <a:ext uri="{FF2B5EF4-FFF2-40B4-BE49-F238E27FC236}">
                <a16:creationId xmlns:a16="http://schemas.microsoft.com/office/drawing/2014/main" id="{74BBC213-491F-ADE3-06A1-808D52C4951B}"/>
              </a:ext>
            </a:extLst>
          </p:cNvPr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054080" y="22225"/>
            <a:ext cx="1137920" cy="1064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48897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0490" y="49765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/>
          <p:cNvSpPr>
            <a:spLocks noGrp="1" noChangeArrowheads="1"/>
          </p:cNvSpPr>
          <p:nvPr>
            <p:ph idx="1"/>
          </p:nvPr>
        </p:nvSpPr>
        <p:spPr bwMode="auto">
          <a:xfrm>
            <a:off x="580490" y="1370218"/>
            <a:ext cx="10515600" cy="4493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sp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endParaRPr kumimoji="0" lang="en-US" altLang="en-US" sz="2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Provides an efficient and centralized system for managing medicines and medical equipment.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Ensures accurate tracking of stock levels, expiry dates, and equipment availability.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Reduces manual errors, medicine wastage, and inventory shortages through automation.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Improves operational efficiency by generating real-time alerts, reports, and inventory updates.</a:t>
            </a:r>
          </a:p>
          <a:p>
            <a:pPr algn="just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Enhances healthcare services by ensuring the timely availability of medicines and medical equipment for better patient care.</a:t>
            </a:r>
          </a:p>
        </p:txBody>
      </p:sp>
      <p:pic>
        <p:nvPicPr>
          <p:cNvPr id="5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22484"/>
            <a:ext cx="1315092" cy="1095115"/>
          </a:xfrm>
          <a:prstGeom prst="rect">
            <a:avLst/>
          </a:prstGeom>
        </p:spPr>
      </p:pic>
      <p:pic>
        <p:nvPicPr>
          <p:cNvPr id="6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42955" y="22224"/>
            <a:ext cx="1212850" cy="121729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10242" name="Picture 2" descr="Thank you Images - Free Download on Magnific (formerly Freepik)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1320</TotalTime>
  <Words>697</Words>
  <Application>Microsoft Office PowerPoint</Application>
  <PresentationFormat>Widescreen</PresentationFormat>
  <Paragraphs>90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Calibri Light</vt:lpstr>
      <vt:lpstr>Times New Roman</vt:lpstr>
      <vt:lpstr>Wingdings</vt:lpstr>
      <vt:lpstr>Office Theme</vt:lpstr>
      <vt:lpstr>Smart Medical Inventory and Equipment Management System  CSA0206 - C-programming </vt:lpstr>
      <vt:lpstr>INTRODUCTION</vt:lpstr>
      <vt:lpstr>LITERATURE REVIEW </vt:lpstr>
      <vt:lpstr>PROBLEM STATEMENT</vt:lpstr>
      <vt:lpstr>      OBJECTIVES</vt:lpstr>
      <vt:lpstr>System Architechture:</vt:lpstr>
      <vt:lpstr>Module-1: Requirement Analysis Module</vt:lpstr>
      <vt:lpstr>Module-2:Processing and display Module</vt:lpstr>
      <vt:lpstr>Module-3: Inventory Monitoring and Report Generation 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system to track medicines, stock levels, expiry dates, and medical equipment</dc:title>
  <dc:creator>HP</dc:creator>
  <cp:lastModifiedBy>Admin</cp:lastModifiedBy>
  <cp:revision>12</cp:revision>
  <dcterms:created xsi:type="dcterms:W3CDTF">2026-07-21T18:29:00Z</dcterms:created>
  <dcterms:modified xsi:type="dcterms:W3CDTF">2026-07-31T08:16:23Z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5AE9A71E627741BD8242B760F96116B1_13</vt:lpwstr>
  </property>
  <property fmtid="{D5CDD505-2E9C-101B-9397-08002B2CF9AE}" pid="3" name="KSOProductBuildVer">
    <vt:lpwstr>1033-12.2.0.23196</vt:lpwstr>
  </property>
</Properties>
</file>